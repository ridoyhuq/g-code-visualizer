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1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05B8-04DF-4C0C-A572-B5615F422B8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50896-B4D8-40A3-9B04-DF89F175F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989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05B8-04DF-4C0C-A572-B5615F422B8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50896-B4D8-40A3-9B04-DF89F175F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18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05B8-04DF-4C0C-A572-B5615F422B8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50896-B4D8-40A3-9B04-DF89F175F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207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05B8-04DF-4C0C-A572-B5615F422B8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50896-B4D8-40A3-9B04-DF89F175F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093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05B8-04DF-4C0C-A572-B5615F422B8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50896-B4D8-40A3-9B04-DF89F175F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588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05B8-04DF-4C0C-A572-B5615F422B8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50896-B4D8-40A3-9B04-DF89F175F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131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05B8-04DF-4C0C-A572-B5615F422B8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50896-B4D8-40A3-9B04-DF89F175F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020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05B8-04DF-4C0C-A572-B5615F422B8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50896-B4D8-40A3-9B04-DF89F175F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616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05B8-04DF-4C0C-A572-B5615F422B8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50896-B4D8-40A3-9B04-DF89F175F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075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05B8-04DF-4C0C-A572-B5615F422B8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50896-B4D8-40A3-9B04-DF89F175F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702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05B8-04DF-4C0C-A572-B5615F422B8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50896-B4D8-40A3-9B04-DF89F175F012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84331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05B8-04DF-4C0C-A572-B5615F422B8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50896-B4D8-40A3-9B04-DF89F175F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93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05B8-04DF-4C0C-A572-B5615F422B8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50896-B4D8-40A3-9B04-DF89F175F01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533484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05B8-04DF-4C0C-A572-B5615F422B8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50896-B4D8-40A3-9B04-DF89F175F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1831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05B8-04DF-4C0C-A572-B5615F422B8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50896-B4D8-40A3-9B04-DF89F175F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7234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05B8-04DF-4C0C-A572-B5615F422B8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50896-B4D8-40A3-9B04-DF89F175F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939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005B8-04DF-4C0C-A572-B5615F422B8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CF50896-B4D8-40A3-9B04-DF89F175F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607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  <p:sldLayoutId id="2147483833" r:id="rId12"/>
    <p:sldLayoutId id="2147483834" r:id="rId13"/>
    <p:sldLayoutId id="2147483835" r:id="rId14"/>
    <p:sldLayoutId id="2147483836" r:id="rId15"/>
    <p:sldLayoutId id="214748383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20046D-39CB-F37E-B91C-36A34A7AF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6197908"/>
          </a:xfrm>
        </p:spPr>
        <p:txBody>
          <a:bodyPr anchor="ctr"/>
          <a:lstStyle/>
          <a:p>
            <a:r>
              <a:rPr lang="en-US"/>
              <a:t> </a:t>
            </a:r>
            <a:r>
              <a:rPr lang="en-US" dirty="0"/>
              <a:t>G-code Visualizer using Python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By: Md. </a:t>
            </a:r>
            <a:r>
              <a:rPr lang="en-US" dirty="0" err="1"/>
              <a:t>Mahfuzul</a:t>
            </a:r>
            <a:r>
              <a:rPr lang="en-US" dirty="0"/>
              <a:t> Huq Talukder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Course: Programming-2 (MSE/MTH) 2026</a:t>
            </a:r>
            <a:br>
              <a:rPr lang="en-US" dirty="0"/>
            </a:br>
            <a:r>
              <a:rPr lang="en-US" dirty="0"/>
              <a:t>University: Arcada University of Applied Sciences</a:t>
            </a:r>
          </a:p>
        </p:txBody>
      </p:sp>
    </p:spTree>
    <p:extLst>
      <p:ext uri="{BB962C8B-B14F-4D97-AF65-F5344CB8AC3E}">
        <p14:creationId xmlns:p14="http://schemas.microsoft.com/office/powerpoint/2010/main" val="3535297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61CDBB-6405-0B53-CC7E-A5C663968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1B3559-97DB-7359-E69F-29E9DFF04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/>
              <a:t>Introduction</a:t>
            </a:r>
          </a:p>
          <a:p>
            <a:r>
              <a:rPr lang="en-US" dirty="0"/>
              <a:t>This project is a simple NC / G-code visualizer.</a:t>
            </a:r>
          </a:p>
          <a:p>
            <a:r>
              <a:rPr lang="en-US" dirty="0"/>
              <a:t>The program reads G-code files.</a:t>
            </a:r>
          </a:p>
          <a:p>
            <a:r>
              <a:rPr lang="en-US" dirty="0"/>
              <a:t>It extracts X and Y coordinates.</a:t>
            </a:r>
          </a:p>
          <a:p>
            <a:r>
              <a:rPr lang="en-US" dirty="0"/>
              <a:t>The tool path is visualized using a graph.</a:t>
            </a:r>
          </a:p>
          <a:p>
            <a:r>
              <a:rPr lang="en-US" dirty="0"/>
              <a:t>The project was developed using Python.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1900" b="1" dirty="0"/>
              <a:t>Technologies Used</a:t>
            </a:r>
          </a:p>
          <a:p>
            <a:r>
              <a:rPr lang="en-US" dirty="0"/>
              <a:t>Python</a:t>
            </a:r>
          </a:p>
          <a:p>
            <a:r>
              <a:rPr lang="en-US" dirty="0" err="1"/>
              <a:t>Tkinter</a:t>
            </a:r>
            <a:endParaRPr lang="en-US" dirty="0"/>
          </a:p>
          <a:p>
            <a:r>
              <a:rPr lang="en-US" dirty="0"/>
              <a:t>Matplotlib</a:t>
            </a:r>
          </a:p>
        </p:txBody>
      </p:sp>
    </p:spTree>
    <p:extLst>
      <p:ext uri="{BB962C8B-B14F-4D97-AF65-F5344CB8AC3E}">
        <p14:creationId xmlns:p14="http://schemas.microsoft.com/office/powerpoint/2010/main" val="25654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F60B2-A450-E000-50E7-48EBEB17E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6245"/>
          </a:xfrm>
        </p:spPr>
        <p:txBody>
          <a:bodyPr/>
          <a:lstStyle/>
          <a:p>
            <a:r>
              <a:rPr lang="en-US" dirty="0"/>
              <a:t>How the Program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DAFFE-E313-5F72-AA6E-B588B918E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5845"/>
            <a:ext cx="8596668" cy="4625517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Program Workflow</a:t>
            </a:r>
          </a:p>
          <a:p>
            <a:r>
              <a:rPr lang="en-US" dirty="0"/>
              <a:t>User opens a G-code file.</a:t>
            </a:r>
          </a:p>
          <a:p>
            <a:r>
              <a:rPr lang="en-US" dirty="0"/>
              <a:t>Program reads the file line by line.</a:t>
            </a:r>
          </a:p>
          <a:p>
            <a:r>
              <a:rPr lang="en-US" dirty="0"/>
              <a:t>X and Y coordinates are extracted.</a:t>
            </a:r>
          </a:p>
          <a:p>
            <a:r>
              <a:rPr lang="en-US" dirty="0"/>
              <a:t>Coordinates are stored in lists.</a:t>
            </a:r>
          </a:p>
          <a:p>
            <a:r>
              <a:rPr lang="en-US" dirty="0"/>
              <a:t>The tool path is plotted as a graph.</a:t>
            </a:r>
          </a:p>
          <a:p>
            <a:r>
              <a:rPr lang="en-US" dirty="0"/>
              <a:t>Pseudocode</a:t>
            </a:r>
          </a:p>
          <a:p>
            <a:r>
              <a:rPr lang="en-US" dirty="0"/>
              <a:t>START</a:t>
            </a:r>
          </a:p>
          <a:p>
            <a:r>
              <a:rPr lang="en-US" dirty="0"/>
              <a:t>Open file</a:t>
            </a:r>
          </a:p>
          <a:p>
            <a:r>
              <a:rPr lang="en-US" dirty="0"/>
              <a:t>Read lines</a:t>
            </a:r>
          </a:p>
          <a:p>
            <a:r>
              <a:rPr lang="en-US" dirty="0"/>
              <a:t>Find X and Y coordinates</a:t>
            </a:r>
          </a:p>
          <a:p>
            <a:r>
              <a:rPr lang="en-US" dirty="0"/>
              <a:t>Store coordinates</a:t>
            </a:r>
          </a:p>
          <a:p>
            <a:r>
              <a:rPr lang="en-US" dirty="0"/>
              <a:t>Draw graph</a:t>
            </a:r>
          </a:p>
          <a:p>
            <a:r>
              <a:rPr lang="en-US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603247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BD1A-A402-A79F-64FE-8AC558C65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/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D19F2-C17C-6446-8B40-F5458AB76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Results</a:t>
            </a:r>
          </a:p>
          <a:p>
            <a:r>
              <a:rPr lang="en-US" dirty="0"/>
              <a:t>Successfully opened G-code files</a:t>
            </a:r>
          </a:p>
          <a:p>
            <a:r>
              <a:rPr lang="en-US" dirty="0"/>
              <a:t>Displayed NC code in GUI</a:t>
            </a:r>
          </a:p>
          <a:p>
            <a:r>
              <a:rPr lang="en-US" dirty="0"/>
              <a:t>Extracted X and Y coordinates</a:t>
            </a:r>
          </a:p>
          <a:p>
            <a:r>
              <a:rPr lang="en-US" dirty="0"/>
              <a:t>Generated tool path graph</a:t>
            </a:r>
          </a:p>
          <a:p>
            <a:r>
              <a:rPr lang="en-US" dirty="0"/>
              <a:t>Add These Screenshots</a:t>
            </a:r>
          </a:p>
          <a:p>
            <a:endParaRPr lang="en-US" dirty="0"/>
          </a:p>
          <a:p>
            <a:r>
              <a:rPr lang="en-US" dirty="0"/>
              <a:t>Main GUI window</a:t>
            </a:r>
          </a:p>
          <a:p>
            <a:r>
              <a:rPr lang="en-US" dirty="0"/>
              <a:t>Loaded G-code file</a:t>
            </a:r>
          </a:p>
          <a:p>
            <a:r>
              <a:rPr lang="en-US" dirty="0"/>
              <a:t>Final graph output</a:t>
            </a:r>
          </a:p>
        </p:txBody>
      </p:sp>
    </p:spTree>
    <p:extLst>
      <p:ext uri="{BB962C8B-B14F-4D97-AF65-F5344CB8AC3E}">
        <p14:creationId xmlns:p14="http://schemas.microsoft.com/office/powerpoint/2010/main" val="3028100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9FC74-0CFD-EB6A-166A-65E6FB283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and 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36EB8-4840-A5F3-09F2-433410B07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  <a:p>
            <a:r>
              <a:rPr lang="en-US" dirty="0"/>
              <a:t>Supports only simple X and Y coordinates</a:t>
            </a:r>
          </a:p>
          <a:p>
            <a:r>
              <a:rPr lang="en-US" dirty="0"/>
              <a:t>No 3D visualization</a:t>
            </a:r>
          </a:p>
          <a:p>
            <a:r>
              <a:rPr lang="en-US" dirty="0"/>
              <a:t>Limited CNC command support</a:t>
            </a:r>
          </a:p>
          <a:p>
            <a:r>
              <a:rPr lang="en-US" dirty="0"/>
              <a:t>Future Improvements</a:t>
            </a:r>
          </a:p>
          <a:p>
            <a:r>
              <a:rPr lang="en-US" dirty="0"/>
              <a:t>Add 3D visualization</a:t>
            </a:r>
          </a:p>
          <a:p>
            <a:r>
              <a:rPr lang="en-US" dirty="0"/>
              <a:t>Add zoom feature</a:t>
            </a:r>
          </a:p>
          <a:p>
            <a:r>
              <a:rPr lang="en-US" dirty="0"/>
              <a:t>Add animation</a:t>
            </a:r>
          </a:p>
          <a:p>
            <a:r>
              <a:rPr lang="en-US" dirty="0"/>
              <a:t>Support advanced G-code commands</a:t>
            </a:r>
          </a:p>
        </p:txBody>
      </p:sp>
    </p:spTree>
    <p:extLst>
      <p:ext uri="{BB962C8B-B14F-4D97-AF65-F5344CB8AC3E}">
        <p14:creationId xmlns:p14="http://schemas.microsoft.com/office/powerpoint/2010/main" val="291000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4A4AF-D5CC-8ED5-E211-868F4EA6A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2560C-B0A6-B80C-DE5F-3C0E717E6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GUI development</a:t>
            </a:r>
          </a:p>
          <a:p>
            <a:r>
              <a:rPr lang="en-US" dirty="0"/>
              <a:t>File handling</a:t>
            </a:r>
          </a:p>
          <a:p>
            <a:r>
              <a:rPr lang="en-US" dirty="0"/>
              <a:t>Data extraction</a:t>
            </a:r>
          </a:p>
          <a:p>
            <a:r>
              <a:rPr lang="en-US" dirty="0"/>
              <a:t>Graph plotting</a:t>
            </a:r>
          </a:p>
          <a:p>
            <a:r>
              <a:rPr lang="en-US" dirty="0"/>
              <a:t>Error handling</a:t>
            </a:r>
          </a:p>
          <a:p>
            <a:r>
              <a:rPr lang="en-US" dirty="0"/>
              <a:t>Basic engineering visualization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Declaration of AI Use: </a:t>
            </a:r>
            <a:r>
              <a:rPr lang="en-US" dirty="0"/>
              <a:t>"I used Generative AI to assist with code optimization</a:t>
            </a:r>
            <a:r>
              <a:rPr lang="en-US"/>
              <a:t>, debugging for </a:t>
            </a:r>
            <a:r>
              <a:rPr lang="en-US" dirty="0"/>
              <a:t>this project."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05156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</TotalTime>
  <Words>242</Words>
  <Application>Microsoft Office PowerPoint</Application>
  <PresentationFormat>Widescreen</PresentationFormat>
  <Paragraphs>58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 G-code Visualizer using Python  By: Md. Mahfuzul Huq Talukder  Course: Programming-2 (MSE/MTH) 2026 University: Arcada University of Applied Sciences</vt:lpstr>
      <vt:lpstr>Introduction</vt:lpstr>
      <vt:lpstr>How the Program Works</vt:lpstr>
      <vt:lpstr>Demo / Results</vt:lpstr>
      <vt:lpstr>Limitations and Future Improvements</vt:lpstr>
      <vt:lpstr>What I Learned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Md.Mahfuzul Huq Talukder</dc:creator>
  <cp:lastModifiedBy>Mahfuzul Talukder</cp:lastModifiedBy>
  <cp:revision>8</cp:revision>
  <dcterms:created xsi:type="dcterms:W3CDTF">2026-05-04T18:19:02Z</dcterms:created>
  <dcterms:modified xsi:type="dcterms:W3CDTF">2026-05-16T10:49:33Z</dcterms:modified>
</cp:coreProperties>
</file>